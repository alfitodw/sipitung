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560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Guide Modul Keuangan SIPITUNG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</a:rPr>
              <a:t>Panduan operasional per role dengan screenshot aplikasi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PUMK, Ketua Tim Kerja, Kabag Umum, PIC Keuangan, PPK, Bendahara, dan Super Admin.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27064" y="1197864"/>
            <a:ext cx="5330952" cy="427939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8" name="Image 0" descr="tmp/user-guide-keuangan/screenshots-revisi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34440"/>
            <a:ext cx="5257800" cy="4206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08076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Dibuat dari aplikasi lokal - 30/6/2026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 Alur Modul Keuangan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Siapa bekerja kapan, dan status apa yang berubah.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600200" cy="297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53619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6152" y="166420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PUMK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" y="2697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Buat draft + submit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612648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</a:rPr>
              <a:t>Draft -&gt; Diajukan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176272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04872" y="1325880"/>
            <a:ext cx="1600200" cy="297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1536192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18104" y="166420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Ketua Tim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32888" y="2697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Cek kegiatan dan RAB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2514600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6A34A"/>
                </a:solidFill>
              </a:rPr>
              <a:t>Diajukan -&gt; lanjut/revisi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4078224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06824" y="1325880"/>
            <a:ext cx="1600200" cy="297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3752" y="1536192"/>
            <a:ext cx="438912" cy="43891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166420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16552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PIC Keuangan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2697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Verifikasi dokumen, akun, nominatif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4416552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A580C"/>
                </a:solidFill>
              </a:rPr>
              <a:t>Lanjut PPK/revisi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980176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08776" y="1325880"/>
            <a:ext cx="1600200" cy="297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75704" y="1536192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166420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18504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PPK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36792" y="2697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Approval akhir sebelum cair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318504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C2626"/>
                </a:solidFill>
              </a:rPr>
              <a:t>Siap dicairkan/revisi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882128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110728" y="1325880"/>
            <a:ext cx="1600200" cy="297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77656" y="153619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23960" y="166420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Bendahara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697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Cairkan + upload bukti bayar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8220456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91B2"/>
                </a:solidFill>
              </a:rPr>
              <a:t>Selesai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9784080" y="26334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&gt;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1325880"/>
            <a:ext cx="1600200" cy="2971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79608" y="1536192"/>
            <a:ext cx="438912" cy="43891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25912" y="1664208"/>
            <a:ext cx="182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122408" y="2148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PUMK + Verifikator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140696" y="2697480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Upload dan cek LPJ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10122408" y="36758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475569"/>
                </a:solidFill>
              </a:rPr>
              <a:t>Pertanggungjawaban lengkap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85800" y="4892040"/>
            <a:ext cx="10744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" y="4892040"/>
            <a:ext cx="73152" cy="841248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" y="5001768"/>
            <a:ext cx="10451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Prinsip Membaca Tabel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50392" y="5239512"/>
            <a:ext cx="10451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Kolom Status Permohonan menunjukkan posisi proses saat ini. Kolom Perlu Approval dan Oleh menunjukkan role/nama yang harus memproses berikutnya. Tombol aksi/detail dipakai untuk membuka data lengkap sebelum mengambil keputusan.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Kamus Status dan Keputusan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ini untuk memahami perubahan status pada setiap role.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685800" y="11430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252728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Draft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490472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masih disusun PUMK. Data dapat diedit, dokumen dapat dilengkapi, dan belum masuk antrean approval.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434840" y="114300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143000"/>
            <a:ext cx="7315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252728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Diajukan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99432" y="1490472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sudah dikirim dan sedang menunggu approval/verifikasi role berikutnya.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8183880" y="11430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14300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1252728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Revisi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48472" y="1490472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dikembalikan. PUMK harus membaca catatan, memperbaiki data, lalu submit ulang.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85800" y="24231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42316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2532888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Selesai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2770632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Bendahara sudah mencairkan dana. Tahap berikutnya adalah bukti bayar dan pertanggungjawaban/LPJ.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4434840" y="2423160"/>
            <a:ext cx="3429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423160"/>
            <a:ext cx="73152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9432" y="2532888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Approve / Setujui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9432" y="2770632"/>
            <a:ext cx="3136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Keputusan untuk meneruskan permohonan ke tahap berikutnya.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8183880" y="242316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242316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8472" y="2532888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Reject / Tolak / Revisi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48472" y="2770632"/>
            <a:ext cx="2953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Keputusan untuk mengembalikan permohonan ke PUMK dengan catatan perbaikan.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832104" y="3758184"/>
            <a:ext cx="10543032" cy="23591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30" name="Image 0" descr="tmp/user-guide-keuangan/screenshots-revisi/pumk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794760"/>
            <a:ext cx="104698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PUMK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Tugas, menu yang dipakai, dan hasil kerja role pada modul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998464" y="1014984"/>
            <a:ext cx="5422392" cy="51023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umk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534924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097280"/>
            <a:ext cx="73152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207008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Tugas Utama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" y="1444752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Membuat permohonan dana, melengkapi data kegiatan dan anggaran, mengunggah dokumen pendukung, mengisi nominatif bila ada, submit permohonan, dan upload LPJ setelah dana cair.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594360" y="2587752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587752"/>
            <a:ext cx="73152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697480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Menu yang Dibuka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" y="293522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Dana &gt; Permohonan Baru untuk membuat draft. Permohonan Dana &gt; Daftar Permohonan untuk melihat status, membuka detail, lanjut wizard, submit, atau upload LPJ.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594360" y="3986784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986784"/>
            <a:ext cx="73152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09651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Output / Hasil Kerja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4334256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Draft tersimpan, permohonan terkirim ke approval, revisi diperbaiki, dan LPJ diunggah setelah pencairan.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9436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Gunakan screenshot di kanan untuk mengenali posisi menu, tab status, tabel, dan tombol aksi pada aplikasi.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PUMK - Membuat Draft Permohonan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Mulai dari menu Permohonan Baru dan isi identitas utama kegiatan.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umk-cre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PUMK.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Permohonan Dana &gt; Permohonan Baru.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hierarki anggaran DJA dari Program sampai Kegiatan.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judul pekerjaan dan data wajib lain.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Simpan sebagai Draft.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Belum ada nomor permohonan atau masih kosong.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Draft tersimpan dan bisa dilanjutkan lewat wizard.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Program, Sasaran, KRO, RO, Komponen, Kegiatan, judul pekerjaan, dan tahun anggaran.</a:t>
            </a:r>
            <a:endParaRPr lang="en-US" sz="8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PUMK - Melengkapi Wizard dan Dokumen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Lengkapi tab kegiatan, waktu/PJ, dokumen, dan rincian biaya.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umk-wiz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draft dari Daftar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Masuk ke wizard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Lengkapi setiap tab sampai tidak ada data wajib yang kosong.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dokumen pendukung sesuai jenis dokumen.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rincian biaya dan nominatif jika kegiatan membutuhkan daftar penerima/peserta.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masih Draft atau Revisi.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Data siap direview dan disubmit.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Dokumen pendukung, rincian biaya/RAB, nominatif, total anggaran, tanggal kegiatan, kapokja, dan PIC Keuangan.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PUMK - Submit, Revisi, dan LPJ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permohonan dan tindak lanjuti status setelah diproses role lain.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umk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Daftar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permohonan yang akan dikirim.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data dan klik Submit.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status Revisi, buka detail, baca catatan, perbaiki data, lalu submit ulang.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sudah Selesai/dicairkan, upload LPJ dari halaman permohonan.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Draft selesai dilengkapi atau status Revisi.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Status menjadi Diajukan, atau LPJ terkirim setelah dana cair.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Kolom Status Permohonan, Perlu Approval, Oleh, dan catatan penolakan bila ada.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Ketua Tim Kerja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Tugas, menu yang dipakai, dan hasil kerja role pada modul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998464" y="1014984"/>
            <a:ext cx="5422392" cy="51023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ketua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534924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097280"/>
            <a:ext cx="73152" cy="1261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207008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Tugas Utama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" y="1444752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Approval tahap pertama untuk permohonan dari tim kerja. Ketua Tim memastikan kegiatan, kapokja, RAB, dan dokumen sudah layak diteruskan.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594360" y="2587752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587752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697480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Menu yang Dibuka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" y="293522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Keuangan &gt; Approval Permohonan. Gunakan daftar, tab status, pencarian, dan detail permohonan.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594360" y="3986784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986784"/>
            <a:ext cx="73152" cy="1261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09651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Output / Hasil Kerja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4334256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disetujui untuk lanjut ke PIC Keuangan, atau dikembalikan sebagai Revisi dengan catatan.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9436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Gunakan screenshot di kanan untuk mengenali posisi menu, tab status, tabel, dan tombol aksi pada aplikasi.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Tim - Memeriksa Daftar Approval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permohonan yang perlu keputusan Ketua Tim.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ketua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Ketua Tim.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Approval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tab Diajukan/Menunggu atau kolom search.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permohonan dari tim kerja yang sesuai.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aksi/detail untuk membaca data lengkap.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PUMK sudah submit permohonan.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yang perlu dicek ditemukan dan siap dibuka detailnya.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Tim kerja, kapokja, tanggal pengajuan, total anggaran, status, Perlu Approval/Oleh.</a:t>
            </a:r>
            <a:endParaRPr lang="en-US" sz="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Tim - Setujui atau Kembalikan Revisi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Ketua Tim menentukan apakah permohonan lanjut ke PIC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ketua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Periksa Informasi Kegiatan, Waktu &amp; PJ, Dokumen, dan Rincian Biaya.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sesuai, klik Setujui/Approve.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Jika belum sesuai, klik Tolak/Revisi.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catatan yang jelas agar PUMK tahu bagian yang harus diperbaiki.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Status menunggu approval Ketua Tim.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Jika setuju lanjut ke PIC Keuangan. Jika tolak kembali ke PUMK sebagai Revisi.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Kesesuaian kegiatan, RAB, dokumen pendukung, nominatif, total anggaran, dan catatan bila menolak.</a:t>
            </a:r>
            <a:endParaRPr lang="en-US" sz="8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Kabag Umum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Tugas, menu yang dipakai, dan hasil kerja role pada modul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998464" y="1014984"/>
            <a:ext cx="5422392" cy="51023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kabag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534924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097280"/>
            <a:ext cx="7315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207008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Tugas Utama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" y="1444752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Monitoring permohonan dana dari sisi pimpinan. Pada aplikasi saat ini halaman Kabag Umum untuk permohonan dana terlihat sebagai view-only.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594360" y="2587752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587752"/>
            <a:ext cx="73152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697480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Menu yang Dibuka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" y="293522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Keuangan &gt; Approval Permohonan.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594360" y="3986784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986784"/>
            <a:ext cx="7315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09651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Output / Hasil Kerja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4334256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Kabag dapat memantau status, pihak yang memegang proses, dan daftar permohonan. Jika bisnis proses mengharuskan Kabag approve, implementasi perlu dikonfirmasi ulang.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9436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Gunakan screenshot di kanan untuk mengenali posisi menu, tab status, tabel, dan tombol aksi pada aplikasi.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Kabag Umum - Monitoring Permohonan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Pantau status proses dan pihak yang sedang memegang approval.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kabag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Kabag Umum.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Approval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tab status untuk menyaring daftar.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search untuk mencari nomor/judul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bila perlu menelusuri data permohonan.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berjalan di pipeline approval.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Kabag mengetahui posisi permohonan: draft, diajukan, revisi, atau selesai.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Status Permohonan, Perlu Approval, Oleh, tanggal pengajuan, dan judul kegiatan.</a:t>
            </a:r>
            <a:endParaRPr lang="en-US" sz="8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PIC Keuangan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Tugas, menu yang dipakai, dan hasil kerja role pada modul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998464" y="1014984"/>
            <a:ext cx="5422392" cy="51023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ic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534924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097280"/>
            <a:ext cx="73152" cy="12618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207008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Tugas Utama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" y="1444752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Memverifikasi kelengkapan administrasi dan kesesuaian keuangan setelah permohonan disetujui Ketua Tim.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594360" y="2587752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587752"/>
            <a:ext cx="73152" cy="11704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697480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Menu yang Dibuka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" y="293522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Keuangan &gt; Verifikasi Permohonan untuk permohonan dana. Keuangan &gt; Verifikasi LPJ untuk pertanggungjawaban.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594360" y="3986784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986784"/>
            <a:ext cx="73152" cy="12618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09651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Output / Hasil Kerja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4334256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diteruskan ke PPK jika valid, atau dikembalikan sebagai Revisi jika belum sesuai.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9436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Gunakan screenshot di kanan untuk mengenali posisi menu, tab status, tabel, dan tombol aksi pada aplikasi.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Keuangan - Memilih Permohonan Verifikasi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permohonan yang masuk antrean PIC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ic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PIC Keuangan.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Verifikasi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tab Menunggu/Diajukan.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permohonan yang menjadi tanggung jawab PIC.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detail untuk mulai verifikasi.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Ketua Tim sudah menyetujui permohonan.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siap diverifikasi detailnya.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Status, pihak Perlu Approval, dokumen, dan judul kegiatan.</a:t>
            </a:r>
            <a:endParaRPr lang="en-US" sz="8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Keuangan - Verifikasi Detail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Cek administrasi, dokumen, akun anggaran, dan nominatif.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ic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Periksa semua tab data.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tombol Nominatif bila tersedia.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Verifikasi/Setujui jika semua sesuai.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Tolak/Revisi dan isi catatan bila perlu perbaikan.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menunggu verifikasi PIC.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Jika valid lanjut ke PPK. Jika tidak valid kembali Revisi ke PUMK.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RAB/rincian biaya, pagu/akun, dokumen, nominatif, total pengajuan, dan konsistensi data.</a:t>
            </a:r>
            <a:endParaRPr lang="en-US" sz="8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Keuangan - Verifikasi LPJ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Pantau dokumen pertanggungjawaban setelah PUMK upload LPJ.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ic-lp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Verifikasi LPJ.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permohonan yang LPJ-nya perlu dicek.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atau unduh dokumen LPJ.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Bandingkan dengan permohonan dan bukti bayar.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 tindak lanjut sesuai prosedur internal.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Dana sudah cair dan PUMK mengunggah LPJ.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LPJ tercatat sudah dicek atau perlu tindak lanjut.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File LPJ, nomor permohonan, judul kegiatan, dan status pencairan/pertanggungjawaban.</a:t>
            </a:r>
            <a:endParaRPr lang="en-US" sz="8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PPK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Tugas, menu yang dipakai, dan hasil kerja role pada modul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998464" y="1014984"/>
            <a:ext cx="5422392" cy="51023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pk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534924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097280"/>
            <a:ext cx="73152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207008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Tugas Utama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" y="1444752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Approval akhir sebelum permohonan masuk ke Bendahara untuk dicairkan.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594360" y="2587752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587752"/>
            <a:ext cx="73152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697480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Menu yang Dibuka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" y="293522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Keuangan &gt; Approval Permohonan pada akun PPK.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594360" y="3986784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986784"/>
            <a:ext cx="73152" cy="1261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09651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Output / Hasil Kerja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4334256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yang disetujui PPK masuk ke antrean Bendahara. Permohonan yang ditolak kembali ke PUMK sebagai Revisi.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9436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Gunakan screenshot di kanan untuk mengenali posisi menu, tab status, tabel, dan tombol aksi pada aplikasi.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PPK - Memproses Approval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pada permohonan yang sudah diverifikasi PIC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pk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PPK.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Approval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Lihat indikator jumlah menunggu persetujuan.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permohonan dari tab Menunggu/Diajukan.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untuk pemeriksaan final.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PIC Keuangan sudah memverifikasi permohonan.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dipilih untuk approval PPK.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Tab Menunggu, total anggaran, status, dan role berikutnya.</a:t>
            </a:r>
            <a:endParaRPr lang="en-US" sz="8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PPK - Setujui atau Tolak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Keputusan PPK menentukan apakah dana boleh diproses Bendahara.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ppk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Baca detail permohonan dan timeline approval.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Pastikan nilai dan dokumen sesuai.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Approve/Setujui untuk meneruskan ke Bendahara.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Tolak/Revisi jika masih ada masalah.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catatan penolakan dengan instruksi perbaikan yang spesifik.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menunggu approval PPK.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Jika setuju lanjut ke Bendahara. Jika tolak kembali Revisi.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Riwayat approval Ketua Tim/PIC, total anggaran, dokumen pendukung, dan catatan verifikasi.</a:t>
            </a:r>
            <a:endParaRPr lang="en-US" sz="83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Bendahara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Tugas, menu yang dipakai, dan hasil kerja role pada modul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998464" y="1014984"/>
            <a:ext cx="5422392" cy="51023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bendahara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534924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097280"/>
            <a:ext cx="73152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207008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Tugas Utama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" y="1444752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Memproses pencairan dana, mengunggah bukti bayar, dan memantau dokumen LPJ.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594360" y="2587752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587752"/>
            <a:ext cx="73152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697480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Menu yang Dibuka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" y="293522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Keuangan &gt; Permohonan Dana untuk pencairan. Keuangan &gt; Verifikasi LPJ untuk pertanggungjawaban.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594360" y="3986784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986784"/>
            <a:ext cx="73152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09651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Output / Hasil Kerja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4334256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berubah menjadi selesai/dicairkan, bukti bayar tersedia, dan LPJ dapat ditindaklanjuti.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9436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Gunakan screenshot di kanan untuk mengenali posisi menu, tab status, tabel, dan tombol aksi pada aplikasi.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Bendahara - Antrean Pencairan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Daftar Perlu Diproses berisi permohonan yang sudah disetujui PPK.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bendahara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Bendahara.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Permohonan Dana.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tab Perlu Diproses.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Pilih permohonan yang siap dicairkan.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detail/aksi untuk membuka halaman pencairan.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PPK sudah menyetujui permohonan.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siap dibuka detail pencairannya.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Nomor permohonan, judul kegiatan, status, Perlu Approval/Oleh, dan total anggaran.</a:t>
            </a:r>
            <a:endParaRPr lang="en-US" sz="8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Bendahara - Cairkan dan Upload Bukti Bayar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Finalisasi pencairan dari halaman detail Bendahara.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bendahara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pencairan dana.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Periksa Informasi Kegiatan, Dokumen, dan Rincian Biaya.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Setujui/Proses Pencairan jika sudah benar.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bukti bayar setelah transaksi dilakukan.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Buka Kunci hanya jika ada kebutuhan koreksi administratif yang sah.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Status siap dicairkan/menunggu Bendahara.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Status menjadi Selesai/dicairkan dan bukti bayar dapat diakses.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Approval lengkap, total pembayaran, dokumen, nominatif, bukti bayar, dan catatan pencairan.</a:t>
            </a:r>
            <a:endParaRPr lang="en-US" sz="8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Bendahara - Verifikasi LPJ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Pantau pertanggungjawaban setelah dana dicairkan.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bendahara-lp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Verifikasi LPJ.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permohonan yang sudah mencair dan memiliki LPJ.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Buka/unduh file LPJ.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Bandingkan dengan bukti bayar dan rincian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Lakukan tindak lanjut jika dokumen belum lengkap.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PUMK mengunggah LPJ setelah pencairan.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LPJ tercatat dipantau/dicek oleh Bendahara.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File LPJ, bukti bayar, status permohonan, dan kesesuaian nilai.</a:t>
            </a:r>
            <a:endParaRPr lang="en-US" sz="8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Super Admin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Tugas, menu yang dipakai, dan hasil kerja role pada modul keuangan.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5998464" y="1014984"/>
            <a:ext cx="5422392" cy="510235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superadmi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51560"/>
            <a:ext cx="534924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097280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097280"/>
            <a:ext cx="73152" cy="12618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58952" y="1207008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Tugas Utama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" y="1444752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Monitoring seluruh permohonan lintas tim, melihat detail, membuka kunci bila diperlukan, dan mengelola master anggaran DJA.</a:t>
            </a:r>
            <a:endParaRPr lang="en-US" sz="830" dirty="0"/>
          </a:p>
        </p:txBody>
      </p:sp>
      <p:sp>
        <p:nvSpPr>
          <p:cNvPr id="11" name="Shape 8"/>
          <p:cNvSpPr/>
          <p:nvPr/>
        </p:nvSpPr>
        <p:spPr>
          <a:xfrm>
            <a:off x="594360" y="2587752"/>
            <a:ext cx="48006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587752"/>
            <a:ext cx="73152" cy="1170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" y="2697480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Menu yang Dibuka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" y="2935224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Keuangan &gt; Permohonan Dana, Keuangan &gt; Master Anggaran DJA, Referensi Nama, dan Data Master terkait.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594360" y="3986784"/>
            <a:ext cx="480060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986784"/>
            <a:ext cx="73152" cy="12618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" y="409651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Output / Hasil Kerja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" y="4334256"/>
            <a:ext cx="4507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Data permohonan dapat diaudit lintas tim. Master anggaran dan referensi dapat dijaga agar pilihan PUMK tetap benar.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594360" y="56509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Gunakan screenshot di kanan untuk mengenali posisi menu, tab status, tabel, dan tombol aksi pada aplikasi.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- Monitoring Lintas Tim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Melihat seluruh permohonan dana dari semua tim kerja.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superadmin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sebagai Super Admin.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Permohonan Dana.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filter tim dan tab status.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search untuk nomor/judul tertentu.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untuk audit data permohonan.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Permohonan dibuat dan diproses oleh berbagai role.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Super Admin mengetahui posisi dan histori setiap permohonan.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Filter tim, tab status, nomor permohonan, status, approval, dan pihak pemroses.</a:t>
            </a:r>
            <a:endParaRPr lang="en-US" sz="8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- Detail dan Buka Kunci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detail untuk audit dan buka kunci hanya saat perlu koreksi.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superadmin-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detail permohonan.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Periksa tab informasi, dokumen, dan rincian biaya.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Download Surat jika perlu arsip.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Buka Kunci hanya untuk kasus koreksi yang valid.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Isi alasan pembukaan kunci agar tercatat audit trail.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Ada kebutuhan audit/koreksi administratif.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Data dapat ditelusuri; kunci dapat dibuka dengan alasan bila berwenang.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Alasan buka kunci, status permohonan, dokumen, rincian biaya, dan riwayat approval.</a:t>
            </a:r>
            <a:endParaRPr lang="en-US" sz="8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- Master Anggaran DJA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ini menjadi sumber pilihan anggaran saat PUMK membuat permohonan.</a:t>
            </a:r>
            <a:endParaRPr lang="en-US" sz="780" dirty="0"/>
          </a:p>
        </p:txBody>
      </p:sp>
      <p:sp>
        <p:nvSpPr>
          <p:cNvPr id="5" name="Shape 3"/>
          <p:cNvSpPr/>
          <p:nvPr/>
        </p:nvSpPr>
        <p:spPr>
          <a:xfrm>
            <a:off x="4626864" y="950976"/>
            <a:ext cx="7132320" cy="5376672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6" name="Image 0" descr="tmp/user-guide-keuangan/screenshots-revisi/superadmin-ma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987552"/>
            <a:ext cx="7059168" cy="5303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9601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Langkah Operasional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1298448"/>
            <a:ext cx="3611880" cy="2816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Buka Keuangan &gt; Master Anggaran DJA.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Tambah/edit struktur anggaran sesuai dokumen resmi.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Pastikan item yang dipakai PUMK berstatus aktif.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import jika data tersedia dalam Excel.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Nonaktifkan data yang tidak boleh dipakai tanpa menghapus histori lama.</a:t>
            </a:r>
            <a:endParaRPr lang="en-US" sz="1020" dirty="0"/>
          </a:p>
        </p:txBody>
      </p:sp>
      <p:sp>
        <p:nvSpPr>
          <p:cNvPr id="9" name="Shape 6"/>
          <p:cNvSpPr/>
          <p:nvPr/>
        </p:nvSpPr>
        <p:spPr>
          <a:xfrm>
            <a:off x="59436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4370832"/>
            <a:ext cx="73152" cy="11155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Sebelum Aksi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Struktur anggaran perlu disiapkan/diperbarui.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514600" y="4370832"/>
            <a:ext cx="173736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370832"/>
            <a:ext cx="73152" cy="11155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448056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Sesudah Aksi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679192" y="4718304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Program sampai rincian biaya tersedia untuk dipilih di form PUMK.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594360" y="5623560"/>
            <a:ext cx="3657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" y="5623560"/>
            <a:ext cx="73152" cy="6858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" y="5733288"/>
            <a:ext cx="3364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Yang Wajib Dicek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" y="5971032"/>
            <a:ext cx="3364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Program, Sasaran, KRO, RO, Komponen, Kegiatan, Sub Kegiatan, Rincian Biaya, status aktif, dan pagu.</a:t>
            </a:r>
            <a:endParaRPr lang="en-US" sz="8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03580"/>
          </a:solidFill>
          <a:ln w="12700">
            <a:solidFill>
              <a:srgbClr val="00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Singkat Penggunaan Harian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21208" y="466344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Ringkasan aksi per role agar operator tidak salah alur.</a:t>
            </a:r>
            <a:endParaRPr lang="en-US" sz="78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060704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PUMK: buat draft, lengkapi wizard, upload dokumen/nominatif, submit, perbaiki revisi, upload LPJ setelah cair.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Tim: cek permohonan tim, setujui jika sesuai, atau kembalikan revisi dengan catatan jelas.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Kabag Umum: monitoring status permohonan dan pihak yang sedang memproses.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Keuangan: verifikasi administrasi/keuangan, cek nominatif, setujui ke PPK atau kembalikan revisi.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PPK: approval final sebelum pencairan, setujui ke Bendahara atau kembalikan revisi.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Bendahara: proses pencairan, upload bukti bayar, pantau/verifikasi LPJ.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Admin: monitoring lintas tim, audit detail, buka kunci bila perlu, kelola master anggaran DJA.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5349240"/>
            <a:ext cx="102412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349240"/>
            <a:ext cx="73152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5458968"/>
            <a:ext cx="9948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Catatan Penting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" y="5696712"/>
            <a:ext cx="9948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334155"/>
                </a:solidFill>
              </a:rPr>
              <a:t>Setiap aksi tolak/revisi harus disertai catatan yang bisa langsung ditindaklanjuti PUMK. Jangan hanya menulis "perbaiki" tanpa menyebut bagian data/dokumen yang bermasalah.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LLDIKTI Wilayah III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 Modul Keuangan SIPITUNG - Revisi Per Role</dc:title>
  <dc:subject>User Guide Modul Keuangan Revisi Per Role</dc:subject>
  <dc:creator>SIPITUNG</dc:creator>
  <cp:lastModifiedBy>SIPITUNG</cp:lastModifiedBy>
  <cp:revision>1</cp:revision>
  <dcterms:created xsi:type="dcterms:W3CDTF">2026-06-30T07:46:59Z</dcterms:created>
  <dcterms:modified xsi:type="dcterms:W3CDTF">2026-06-30T07:46:59Z</dcterms:modified>
</cp:coreProperties>
</file>